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Drag Force Residual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50</c:v>
                  </c:pt>
                  <c:pt idx="2">
                    <c:v>100</c:v>
                  </c:pt>
                  <c:pt idx="3">
                    <c:v>150</c:v>
                  </c:pt>
                  <c:pt idx="4">
                    <c:v>200</c:v>
                  </c:pt>
                  <c:pt idx="5">
                    <c:v>250</c:v>
                  </c:pt>
                  <c:pt idx="6">
                    <c:v>300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0.95</c:v>
                </c:pt>
                <c:pt idx="1">
                  <c:v>0.42</c:v>
                </c:pt>
                <c:pt idx="2">
                  <c:v>0.18</c:v>
                </c:pt>
                <c:pt idx="3">
                  <c:v>0.07</c:v>
                </c:pt>
                <c:pt idx="4">
                  <c:v>0.03</c:v>
                </c:pt>
                <c:pt idx="5">
                  <c:v>0.012</c:v>
                </c:pt>
                <c:pt idx="6">
                  <c:v>0.008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Iteration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Residual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low_diagram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6263640" y="1920240"/>
            <a:ext cx="5669280" cy="30723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WORKFLOW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Around a Box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SolidWorks Flow Simulation Process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58368" y="3657600"/>
            <a:ext cx="11887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886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geometry setup to mesh, solver, and post-processing —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external-flow CFD case study.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Fluid Dynamics  |  SolidWorks Flow Simulation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Five-Stage Flow Simulation Workflow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airflow study in SolidWorks follows the same structured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993392" cy="3566160"/>
          </a:xfrm>
          <a:prstGeom prst="roundRect">
            <a:avLst>
              <a:gd name="adj" fmla="val 367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88136" y="2468880"/>
            <a:ext cx="731520" cy="73152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9" name="Image 0" descr="assets/cu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670048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352044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1792" y="429768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box and the surrounding computational domain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51760" y="2148840"/>
            <a:ext cx="1993392" cy="3566160"/>
          </a:xfrm>
          <a:prstGeom prst="roundRect">
            <a:avLst>
              <a:gd name="adj" fmla="val 367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82696" y="2468880"/>
            <a:ext cx="731520" cy="73152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5" name="Image 1" descr="assets/me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670048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61488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61488" y="352044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816352" y="429768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global and locally refined mesh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846320" y="2148840"/>
            <a:ext cx="1993392" cy="3566160"/>
          </a:xfrm>
          <a:prstGeom prst="roundRect">
            <a:avLst>
              <a:gd name="adj" fmla="val 367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77256" y="2468880"/>
            <a:ext cx="731520" cy="73152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21" name="Image 2" descr="assets/slid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670048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56048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956048" y="352044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010912" y="429768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inlet velocity, pressure &amp; goals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040880" y="2148840"/>
            <a:ext cx="1993392" cy="3566160"/>
          </a:xfrm>
          <a:prstGeom prst="roundRect">
            <a:avLst>
              <a:gd name="adj" fmla="val 367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671816" y="2468880"/>
            <a:ext cx="731520" cy="73152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27" name="Image 3" descr="assets/co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2670048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50608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150608" y="352044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205472" y="429768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iterative solution to convergence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235440" y="2148840"/>
            <a:ext cx="1993392" cy="3566160"/>
          </a:xfrm>
          <a:prstGeom prst="roundRect">
            <a:avLst>
              <a:gd name="adj" fmla="val 367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9866376" y="2468880"/>
            <a:ext cx="731520" cy="73152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33" name="Image 4" descr="assets/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0968" y="2670048"/>
            <a:ext cx="402336" cy="40233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345168" y="2258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9345168" y="352044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9400032" y="429768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velocity, pressure &amp; wake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FLOW SIMULATION  •  AIRFLOW AROUND A BOX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&amp; Computational Domain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72821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Geometry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solid box model is built or imported as a SolidWorks part — its faces define the wall boundary the air must flow around.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0720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70632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/ Wind Tunnel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external-flow analysis requires an enclosure (computational domain) surrounding the box to represent the surrounding air volume.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88620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49624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Sizing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Inlet placed upstream, outlet downstream, with side walls far enough away to avoid artificial blockage of the flow.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96519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928616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planes can be used to reduce computation if the box and flow are symmetric, cutting solve time significantly.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78040" y="1691640"/>
            <a:ext cx="4526280" cy="4434840"/>
          </a:xfrm>
          <a:prstGeom prst="roundRect">
            <a:avLst>
              <a:gd name="adj" fmla="val 1237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52360" y="2331720"/>
            <a:ext cx="39776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452360" y="1993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Domain (Enclosure)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69680" y="3246120"/>
            <a:ext cx="1188720" cy="914400"/>
          </a:xfrm>
          <a:prstGeom prst="rect">
            <a:avLst/>
          </a:prstGeom>
          <a:solidFill>
            <a:srgbClr val="3D4A5C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32461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3703320"/>
            <a:ext cx="54864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498080" y="51206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241280" y="3703320"/>
            <a:ext cx="54864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058400" y="51206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FLOW SIMULATION  •  AIRFLOW AROUND A BOX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 Generation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Flow Simulation uses a Cartesian, octree-based mesh that automatically refines near solid boundaries.</a:t>
            </a:r>
            <a:endParaRPr lang="en-US" sz="1250" dirty="0"/>
          </a:p>
        </p:txBody>
      </p:sp>
      <p:pic>
        <p:nvPicPr>
          <p:cNvPr id="7" name="Image 0" descr="assets/diagram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317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28600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Mesh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coarse Cartesian mesh fills the entire computational domain as a baseline resolution.</a:t>
            </a:r>
            <a:endParaRPr lang="en-US" sz="1300" dirty="0"/>
          </a:p>
        </p:txBody>
      </p:sp>
      <p:pic>
        <p:nvPicPr>
          <p:cNvPr id="9" name="Image 1" descr="assets/ruler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24612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Mesh Refinement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 cells are applied around the box surfaces and the wake region, where gradients are steepest.</a:t>
            </a:r>
            <a:endParaRPr lang="en-US" sz="1300" dirty="0"/>
          </a:p>
        </p:txBody>
      </p:sp>
      <p:pic>
        <p:nvPicPr>
          <p:cNvPr id="11" name="Image 2" descr="assets/wav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51960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20624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Layer Cells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prismatic-like cells near walls capture the boundary layer and resolve flow separation accurately.</a:t>
            </a:r>
            <a:endParaRPr lang="en-US" sz="1300" dirty="0"/>
          </a:p>
        </p:txBody>
      </p:sp>
      <p:pic>
        <p:nvPicPr>
          <p:cNvPr id="13" name="Image 3" descr="asset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212080"/>
            <a:ext cx="329184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516636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Quality Check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and cell count are reviewed before solving to balance accuracy against runtime.</a:t>
            </a:r>
            <a:endParaRPr lang="en-US" sz="1300" dirty="0"/>
          </a:p>
        </p:txBody>
      </p:sp>
      <p:pic>
        <p:nvPicPr>
          <p:cNvPr id="15" name="Image 4" descr="assets/mesh_diagr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508760"/>
            <a:ext cx="4846320" cy="306324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pic>
      <p:sp>
        <p:nvSpPr>
          <p:cNvPr id="16" name="Shape 9"/>
          <p:cNvSpPr/>
          <p:nvPr/>
        </p:nvSpPr>
        <p:spPr>
          <a:xfrm>
            <a:off x="6903720" y="470916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EAF4F7"/>
          </a:solidFill>
          <a:ln/>
        </p:spPr>
      </p:sp>
      <p:sp>
        <p:nvSpPr>
          <p:cNvPr id="17" name="Text 10"/>
          <p:cNvSpPr/>
          <p:nvPr/>
        </p:nvSpPr>
        <p:spPr>
          <a:xfrm>
            <a:off x="7132320" y="48463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density directly affects how well separation points and the wake behind the box are captured.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FLOW SIMULATION  •  AIRFLOW AROUND A BOX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Conditions &amp; Goals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physics of the simulation: how air enters, exits, and what results are tracked.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4048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assets/tach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5511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30632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Inlet Velocity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35021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uniform air velocity (e.g. 10 m/s) is applied at the upstream face of the domain.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21488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9000" y="24048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assets/slider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255117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01568" y="30632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Pressure Outlet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01568" y="35021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face is set to ambient static pressure (101325 Pa) to allow free outflow.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43600" y="21488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24048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assets/therm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255117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44768" y="30632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Conditions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44768" y="35021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surfaces are defined as no-slip, adiabatic real walls; default roughness.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686800" y="21488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915400" y="24048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assets/char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04" y="255117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87968" y="30632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Goals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887968" y="35021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are defined for drag force, surface pressure, and average velocity for convergence tracking.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57200" y="4800600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28" name="Text 22"/>
          <p:cNvSpPr/>
          <p:nvPr/>
        </p:nvSpPr>
        <p:spPr>
          <a:xfrm>
            <a:off x="822960" y="48006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(ideal gas)  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Type: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Turbulent (k-ε)  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FLOW SIMULATION  •  AIRFLOW AROUND A BOX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 &amp; Convergence Monitoring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Solution Process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 marches through iterations, solving the Navier-Stokes and turbulence (k-ε) equations on every mesh cell until residuals stabilize.</a:t>
            </a:r>
            <a:endParaRPr lang="en-US" sz="1400" dirty="0"/>
          </a:p>
        </p:txBody>
      </p:sp>
      <p:pic>
        <p:nvPicPr>
          <p:cNvPr id="7" name="Image 0" descr="asset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6883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(drag, pressure, velocity) are tracked live during solving</a:t>
            </a:r>
            <a:endParaRPr lang="en-US" sz="1200" dirty="0"/>
          </a:p>
        </p:txBody>
      </p:sp>
      <p:pic>
        <p:nvPicPr>
          <p:cNvPr id="9" name="Image 1" descr="asset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01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2552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is reached when goal values flatten within tolerance</a:t>
            </a:r>
            <a:endParaRPr lang="en-US" sz="1200" dirty="0"/>
          </a:p>
        </p:txBody>
      </p:sp>
      <p:pic>
        <p:nvPicPr>
          <p:cNvPr id="11" name="Image 2" descr="asset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7705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38221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auto-refines mesh in high-gradient regions (adaptive refinement)</a:t>
            </a:r>
            <a:endParaRPr lang="en-US" sz="1200" dirty="0"/>
          </a:p>
        </p:txBody>
      </p:sp>
      <p:pic>
        <p:nvPicPr>
          <p:cNvPr id="13" name="Image 3" descr="asset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43984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is stopped automatically once criteria are satisfied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30936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Convergence — Drag Force Residual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309360" y="182880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Shape 10"/>
          <p:cNvSpPr/>
          <p:nvPr/>
        </p:nvSpPr>
        <p:spPr>
          <a:xfrm>
            <a:off x="6309360" y="4709160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EAF4F7"/>
          </a:solidFill>
          <a:ln/>
        </p:spPr>
      </p:sp>
      <p:sp>
        <p:nvSpPr>
          <p:cNvPr id="18" name="Text 11"/>
          <p:cNvSpPr/>
          <p:nvPr/>
        </p:nvSpPr>
        <p:spPr>
          <a:xfrm>
            <a:off x="6537960" y="48463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Converged.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dropped below the 1% target after ~250 iterations, indicating a stable steady-state solution.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FLOW SIMULATION  •  AIRFLOW AROUND A BOX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Post-Processing &amp; Flow Visualization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converged, SolidWorks generates cut plots, surface plots, and streamlines to interpret the airflow behavior.</a:t>
            </a:r>
            <a:endParaRPr lang="en-US" sz="1250" dirty="0"/>
          </a:p>
        </p:txBody>
      </p:sp>
      <p:pic>
        <p:nvPicPr>
          <p:cNvPr id="7" name="Image 0" descr="assets/velocity_cont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0"/>
            <a:ext cx="6675120" cy="3904488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7360920" y="213055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20116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Cut Plot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acceleration over the top/bottom edges and a low-velocity wake behind the box.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60920" y="30906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29718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Plot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high pressure at the stagnation face and a low-pressure region in the wake.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60920" y="40507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393192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Streamlines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flow direction along box faces, revealing separation lines.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60920" y="50109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489204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Trajectories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particle traces visualize vortex shedding and recirculation downstream.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FLOW SIMULATION  •  AIRFLOW AROUND A BOX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PHYSICS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as Air Meets the Box</a:t>
            </a:r>
            <a:endParaRPr lang="en-US" sz="2600" dirty="0"/>
          </a:p>
        </p:txBody>
      </p:sp>
      <p:pic>
        <p:nvPicPr>
          <p:cNvPr id="6" name="Image 0" descr="assets/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1247120" cy="4443984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FLOW SIMULATION  •  AIRFLOW AROUND A BOX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Simulation Results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output values from a single steady-state run at 10 m/s inlet velocity.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3134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Coefficient (Cd)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2148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3134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</a:t>
            </a:r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m/s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2900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Velocity (top edge)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148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23134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</a:t>
            </a:r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6364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Pressure (wake)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61120" y="2148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280" y="23134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2.3×</a:t>
            </a:r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box width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09828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Length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Flow Behavior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5262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4074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accelerates sharply around the leading top/bottom edges of the box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9469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82803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recirculating wake forms downstream, dominated by two counter-rotating vortices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536752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24865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is highest on the windward face and lowest within the wake region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7881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566928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is dominated by pressure (form) drag rather than skin friction, typical of bluff bodies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FLOW SIMULATION  •  AIRFLOW AROUND A BOX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417320"/>
            <a:ext cx="10058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92024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A347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05740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Workflow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Geometry, mesh, boundary conditions, solve, and post-processing form a repeatable CFD pipeline.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63168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5204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38328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Bluff-Body Behavior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exhibits classic bluff-body flow: stagnation, edge separation, and a large recirculating wake.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2A3470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84632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470916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Insight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plots and goal trends translate directly into actionable drag and pressure data for design decisions.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FLOW SIMULATION  •  AIRFLOW AROUND A BOX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Airflow Around a Box — SolidWorks Flow Simulation</dc:title>
  <dc:subject>PptxGenJS Presentation</dc:subject>
  <dc:creator>CFD Workflow</dc:creator>
  <cp:lastModifiedBy>CFD Workflow</cp:lastModifiedBy>
  <cp:revision>1</cp:revision>
  <dcterms:created xsi:type="dcterms:W3CDTF">2026-06-29T08:33:33Z</dcterms:created>
  <dcterms:modified xsi:type="dcterms:W3CDTF">2026-06-29T08:33:33Z</dcterms:modified>
</cp:coreProperties>
</file>